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etermined-fervent-goldberg/back-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6172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6343650"/>
            <a:ext cx="914400" cy="45720"/>
          </a:xfrm>
          <a:prstGeom prst="rect">
            <a:avLst/>
          </a:prstGeom>
          <a:solidFill>
            <a:srgbClr val="EBA584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65151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change this tension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pattern forever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846320" y="79324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swipe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Are your upper back,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traps and neck</a:t>
            </a:r>
            <a:endParaRPr lang="en-US" sz="4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constantly tense?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0"/>
            <a:ext cx="914400" cy="45720"/>
          </a:xfrm>
          <a:prstGeom prst="rect">
            <a:avLst/>
          </a:prstGeom>
          <a:solidFill>
            <a:srgbClr val="EBA58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7548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48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a minute to</a:t>
            </a:r>
            <a:endParaRPr lang="en-US" sz="2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48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decompress this area.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etermined-fervent-goldberg/thumb-20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8572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80360" y="3737610"/>
            <a:ext cx="1097280" cy="1097280"/>
          </a:xfrm>
          <a:prstGeom prst="ellipse">
            <a:avLst/>
          </a:prstGeom>
          <a:solidFill>
            <a:srgbClr val="EBA584">
              <a:alpha val="90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401193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BA5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Lock your elbows straight.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2286000" cy="18288"/>
          </a:xfrm>
          <a:prstGeom prst="rect">
            <a:avLst/>
          </a:prstGeom>
          <a:solidFill>
            <a:srgbClr val="C5CDD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5661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Drop into gravity.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4617720"/>
            <a:ext cx="2286000" cy="18288"/>
          </a:xfrm>
          <a:prstGeom prst="rect">
            <a:avLst/>
          </a:prstGeom>
          <a:solidFill>
            <a:srgbClr val="C5CD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Let your spine decompress.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69265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That’s it. 60 seconds.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BA5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THIS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Creates leverage for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your entire spine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to drop and let go.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4754880"/>
            <a:ext cx="914400" cy="45720"/>
          </a:xfrm>
          <a:prstGeom prst="rect">
            <a:avLst/>
          </a:prstGeom>
          <a:solidFill>
            <a:srgbClr val="EBA58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93776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48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Releases the upward holding pattern</a:t>
            </a:r>
            <a:endParaRPr lang="en-US" sz="20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2000" dirty="0">
                <a:solidFill>
                  <a:srgbClr val="4847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the traps &amp; neck.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3093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Nothing forceful. Just gravity.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Notice the</a:t>
            </a:r>
            <a:endParaRPr lang="en-US" sz="5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2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difference.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40080" y="7200900"/>
            <a:ext cx="914400" cy="45720"/>
          </a:xfrm>
          <a:prstGeom prst="rect">
            <a:avLst/>
          </a:prstGeom>
          <a:solidFill>
            <a:srgbClr val="EBA58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C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Want to understand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how your body</a:t>
            </a:r>
            <a:endParaRPr lang="en-US" sz="3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252525"/>
                </a:solidFill>
                <a:latin typeface="Bona Nova" pitchFamily="34" charset="0"/>
                <a:ea typeface="Bona Nova" pitchFamily="34" charset="-122"/>
                <a:cs typeface="Bona Nova" pitchFamily="34" charset="-120"/>
              </a:rPr>
              <a:t>creates balance?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4754880"/>
            <a:ext cx="914400" cy="45720"/>
          </a:xfrm>
          <a:prstGeom prst="rect">
            <a:avLst/>
          </a:prstGeom>
          <a:solidFill>
            <a:srgbClr val="EBA584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93776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Take our quiz — link in bio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Vertical Drop – Amari Method</dc:title>
  <dc:subject>PptxGenJS Presentation</dc:subject>
  <dc:creator>Amari Method</dc:creator>
  <cp:lastModifiedBy>Amari Method</cp:lastModifiedBy>
  <cp:revision>1</cp:revision>
  <dcterms:created xsi:type="dcterms:W3CDTF">2026-02-20T18:55:04Z</dcterms:created>
  <dcterms:modified xsi:type="dcterms:W3CDTF">2026-02-20T18:55:04Z</dcterms:modified>
</cp:coreProperties>
</file>